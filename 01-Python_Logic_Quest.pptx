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E0621D-1D8C-4D03-B730-5669BBFEB4EC}" v="2" dt="2026-08-03T20:23:29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MEDEIROS VILELA" userId="839e7c6f-6695-4955-89ca-e12b98546cd6" providerId="ADAL" clId="{34666DF8-706D-40E7-8FB3-85633E2D1C0D}"/>
    <pc:docChg chg="custSel modSld modMainMaster">
      <pc:chgData name="RODRIGO MEDEIROS VILELA" userId="839e7c6f-6695-4955-89ca-e12b98546cd6" providerId="ADAL" clId="{34666DF8-706D-40E7-8FB3-85633E2D1C0D}" dt="2026-08-03T20:23:29.167" v="23"/>
      <pc:docMkLst>
        <pc:docMk/>
      </pc:docMkLst>
      <pc:sldChg chg="addSp mo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56"/>
        </pc:sldMkLst>
        <pc:picChg chg="add mod">
          <ac:chgData name="RODRIGO MEDEIROS VILELA" userId="839e7c6f-6695-4955-89ca-e12b98546cd6" providerId="ADAL" clId="{34666DF8-706D-40E7-8FB3-85633E2D1C0D}" dt="2026-08-03T20:22:31.563" v="8" actId="1076"/>
          <ac:picMkLst>
            <pc:docMk/>
            <pc:sldMk cId="0" sldId="256"/>
            <ac:picMk id="4" creationId="{1F471DF4-4C86-C1D0-4AA1-836FA98B9FD6}"/>
          </ac:picMkLst>
        </pc:picChg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57"/>
        </pc:sldMkLst>
        <pc:picChg chg="add">
          <ac:chgData name="RODRIGO MEDEIROS VILELA" userId="839e7c6f-6695-4955-89ca-e12b98546cd6" providerId="ADAL" clId="{34666DF8-706D-40E7-8FB3-85633E2D1C0D}" dt="2026-08-03T20:22:35.369" v="9" actId="22"/>
          <ac:picMkLst>
            <pc:docMk/>
            <pc:sldMk cId="0" sldId="257"/>
            <ac:picMk id="4" creationId="{F95B88E7-DE30-B682-AFF7-F8C135243042}"/>
          </ac:picMkLst>
        </pc:picChg>
      </pc:sldChg>
      <pc:sldChg chg="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58"/>
        </pc:sldMkLst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59"/>
        </pc:sldMkLst>
        <pc:picChg chg="add">
          <ac:chgData name="RODRIGO MEDEIROS VILELA" userId="839e7c6f-6695-4955-89ca-e12b98546cd6" providerId="ADAL" clId="{34666DF8-706D-40E7-8FB3-85633E2D1C0D}" dt="2026-08-03T20:22:39.554" v="10" actId="22"/>
          <ac:picMkLst>
            <pc:docMk/>
            <pc:sldMk cId="0" sldId="259"/>
            <ac:picMk id="4" creationId="{6AB590C2-04D3-2245-1B14-2F8848646242}"/>
          </ac:picMkLst>
        </pc:picChg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60"/>
        </pc:sldMkLst>
        <pc:picChg chg="add">
          <ac:chgData name="RODRIGO MEDEIROS VILELA" userId="839e7c6f-6695-4955-89ca-e12b98546cd6" providerId="ADAL" clId="{34666DF8-706D-40E7-8FB3-85633E2D1C0D}" dt="2026-08-03T20:22:43.537" v="11" actId="22"/>
          <ac:picMkLst>
            <pc:docMk/>
            <pc:sldMk cId="0" sldId="260"/>
            <ac:picMk id="4" creationId="{336A2718-F428-6857-9247-8F856AF4342A}"/>
          </ac:picMkLst>
        </pc:picChg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61"/>
        </pc:sldMkLst>
        <pc:picChg chg="add">
          <ac:chgData name="RODRIGO MEDEIROS VILELA" userId="839e7c6f-6695-4955-89ca-e12b98546cd6" providerId="ADAL" clId="{34666DF8-706D-40E7-8FB3-85633E2D1C0D}" dt="2026-08-03T20:22:45.795" v="12" actId="22"/>
          <ac:picMkLst>
            <pc:docMk/>
            <pc:sldMk cId="0" sldId="261"/>
            <ac:picMk id="4" creationId="{77D8595B-2476-EBA7-F0A6-F85DE8602ECC}"/>
          </ac:picMkLst>
        </pc:picChg>
      </pc:sldChg>
      <pc:sldChg chg="addSp del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62"/>
        </pc:sldMkLst>
        <pc:picChg chg="add">
          <ac:chgData name="RODRIGO MEDEIROS VILELA" userId="839e7c6f-6695-4955-89ca-e12b98546cd6" providerId="ADAL" clId="{34666DF8-706D-40E7-8FB3-85633E2D1C0D}" dt="2026-08-03T20:22:48.679" v="13" actId="22"/>
          <ac:picMkLst>
            <pc:docMk/>
            <pc:sldMk cId="0" sldId="262"/>
            <ac:picMk id="4" creationId="{CF513F3F-5E6E-3D63-1E19-1AF0D1449F61}"/>
          </ac:picMkLst>
        </pc:picChg>
        <pc:picChg chg="add del">
          <ac:chgData name="RODRIGO MEDEIROS VILELA" userId="839e7c6f-6695-4955-89ca-e12b98546cd6" providerId="ADAL" clId="{34666DF8-706D-40E7-8FB3-85633E2D1C0D}" dt="2026-08-03T20:22:53.096" v="15" actId="21"/>
          <ac:picMkLst>
            <pc:docMk/>
            <pc:sldMk cId="0" sldId="262"/>
            <ac:picMk id="6" creationId="{B543FF69-2D94-D3F5-CEC8-33838EFFC6CB}"/>
          </ac:picMkLst>
        </pc:picChg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63"/>
        </pc:sldMkLst>
        <pc:picChg chg="add">
          <ac:chgData name="RODRIGO MEDEIROS VILELA" userId="839e7c6f-6695-4955-89ca-e12b98546cd6" providerId="ADAL" clId="{34666DF8-706D-40E7-8FB3-85633E2D1C0D}" dt="2026-08-03T20:22:57.104" v="16" actId="22"/>
          <ac:picMkLst>
            <pc:docMk/>
            <pc:sldMk cId="0" sldId="263"/>
            <ac:picMk id="4" creationId="{588BF2F2-3C8F-5E4B-70CC-383DB7F89DA0}"/>
          </ac:picMkLst>
        </pc:picChg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64"/>
        </pc:sldMkLst>
        <pc:picChg chg="add">
          <ac:chgData name="RODRIGO MEDEIROS VILELA" userId="839e7c6f-6695-4955-89ca-e12b98546cd6" providerId="ADAL" clId="{34666DF8-706D-40E7-8FB3-85633E2D1C0D}" dt="2026-08-03T20:23:01.560" v="17" actId="22"/>
          <ac:picMkLst>
            <pc:docMk/>
            <pc:sldMk cId="0" sldId="264"/>
            <ac:picMk id="4" creationId="{11CF29EB-020A-2D70-E258-A49E4378D280}"/>
          </ac:picMkLst>
        </pc:picChg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65"/>
        </pc:sldMkLst>
        <pc:picChg chg="add">
          <ac:chgData name="RODRIGO MEDEIROS VILELA" userId="839e7c6f-6695-4955-89ca-e12b98546cd6" providerId="ADAL" clId="{34666DF8-706D-40E7-8FB3-85633E2D1C0D}" dt="2026-08-03T20:23:03.834" v="18" actId="22"/>
          <ac:picMkLst>
            <pc:docMk/>
            <pc:sldMk cId="0" sldId="265"/>
            <ac:picMk id="4" creationId="{662EFAF0-EFFC-FBD5-B70D-687A10C63451}"/>
          </ac:picMkLst>
        </pc:picChg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66"/>
        </pc:sldMkLst>
        <pc:picChg chg="add">
          <ac:chgData name="RODRIGO MEDEIROS VILELA" userId="839e7c6f-6695-4955-89ca-e12b98546cd6" providerId="ADAL" clId="{34666DF8-706D-40E7-8FB3-85633E2D1C0D}" dt="2026-08-03T20:23:06.663" v="19" actId="22"/>
          <ac:picMkLst>
            <pc:docMk/>
            <pc:sldMk cId="0" sldId="266"/>
            <ac:picMk id="4" creationId="{5A46F23C-F297-BB6A-D303-376CE6196B69}"/>
          </ac:picMkLst>
        </pc:picChg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67"/>
        </pc:sldMkLst>
        <pc:picChg chg="add">
          <ac:chgData name="RODRIGO MEDEIROS VILELA" userId="839e7c6f-6695-4955-89ca-e12b98546cd6" providerId="ADAL" clId="{34666DF8-706D-40E7-8FB3-85633E2D1C0D}" dt="2026-08-03T20:23:08.824" v="20" actId="22"/>
          <ac:picMkLst>
            <pc:docMk/>
            <pc:sldMk cId="0" sldId="267"/>
            <ac:picMk id="4" creationId="{F22221F8-0F84-A8DC-E926-0783BEB48AE4}"/>
          </ac:picMkLst>
        </pc:picChg>
      </pc:sldChg>
      <pc:sldChg chg="addSp mod modTransition">
        <pc:chgData name="RODRIGO MEDEIROS VILELA" userId="839e7c6f-6695-4955-89ca-e12b98546cd6" providerId="ADAL" clId="{34666DF8-706D-40E7-8FB3-85633E2D1C0D}" dt="2026-08-03T20:23:29.167" v="23"/>
        <pc:sldMkLst>
          <pc:docMk/>
          <pc:sldMk cId="0" sldId="268"/>
        </pc:sldMkLst>
        <pc:picChg chg="add">
          <ac:chgData name="RODRIGO MEDEIROS VILELA" userId="839e7c6f-6695-4955-89ca-e12b98546cd6" providerId="ADAL" clId="{34666DF8-706D-40E7-8FB3-85633E2D1C0D}" dt="2026-08-03T20:23:11.559" v="21" actId="22"/>
          <ac:picMkLst>
            <pc:docMk/>
            <pc:sldMk cId="0" sldId="268"/>
            <ac:picMk id="4" creationId="{F580855A-2039-8496-D0D4-9A3C11DBDDF8}"/>
          </ac:picMkLst>
        </pc:picChg>
      </pc:sldChg>
      <pc:sldMasterChg chg="modTransition modSldLayout">
        <pc:chgData name="RODRIGO MEDEIROS VILELA" userId="839e7c6f-6695-4955-89ca-e12b98546cd6" providerId="ADAL" clId="{34666DF8-706D-40E7-8FB3-85633E2D1C0D}" dt="2026-08-03T20:23:29.167" v="23"/>
        <pc:sldMasterMkLst>
          <pc:docMk/>
          <pc:sldMasterMk cId="0" sldId="2147483648"/>
        </pc:sldMasterMkLst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RODRIGO MEDEIROS VILELA" userId="839e7c6f-6695-4955-89ca-e12b98546cd6" providerId="ADAL" clId="{34666DF8-706D-40E7-8FB3-85633E2D1C0D}" dt="2026-08-03T20:23:29.167" v="2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F471DF4-4C86-C1D0-4AA1-836FA98B9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6868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95B88E7-DE30-B682-AFF7-F8C135243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6868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AB590C2-04D3-2245-1B14-2F8848646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6868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36A2718-F428-6857-9247-8F856AF43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6868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7D8595B-2476-EBA7-F0A6-F85DE8602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6868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F513F3F-5E6E-3D63-1E19-1AF0D1449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6868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88BF2F2-3C8F-5E4B-70CC-383DB7F89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200" y="88392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1CF29EB-020A-2D70-E258-A49E4378D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200" y="88392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62EFAF0-EFFC-FBD5-B70D-687A10C63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200" y="88392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A46F23C-F297-BB6A-D303-376CE6196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200" y="88392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22221F8-0F84-A8DC-E926-0783BEB48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200" y="88392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580855A-2039-8496-D0D4-9A3C11DBD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200" y="8839200"/>
            <a:ext cx="1270000" cy="318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RODRIGO MEDEIROS VILELA</cp:lastModifiedBy>
  <cp:revision>1</cp:revision>
  <dcterms:created xsi:type="dcterms:W3CDTF">2006-08-16T00:00:00Z</dcterms:created>
  <dcterms:modified xsi:type="dcterms:W3CDTF">2026-08-03T20:23:31Z</dcterms:modified>
</cp:coreProperties>
</file>